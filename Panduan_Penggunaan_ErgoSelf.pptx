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0972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PANDUAN PENGGUNAAN APLIKASI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1D5DB"/>
                </a:solidFill>
              </a:rPr>
              <a:t>ErgoSelf - Sistem Penilaian Ergonomi Fisik (CMDQ &amp; SUS)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</a:rPr>
              <a:t>Dibuat untuk Responden &amp; Peneliti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Apa itu ErgoSelf?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ErgoSelf adalah aplikasi berbasis web untuk menilai risiko ergonomi fisik pada pekerja.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Menggunakan kuesioner CMDQ (Cornell Musculoskeletal Discomfort Questionnaire) untuk memetakan keluhan di 28 bagian tubuh.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Menyertakan evaluasi SUS (System Usability Scale) untuk menilai kemudahan penggunaan aplikasi.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Aplikasi ini memandu responden melalui beberapa langkah sistematis dari registrasi hingga melihat ringkasan hasil.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Alur Penggunaan Aplikasi (Bagi Responden)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1. Registrasi &amp; Persetujuan Etik (Informed Consent)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2. Melengkapi Profil (Demografi, pekerjaan, dll.)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3. Mengisi Kuesioner Keluhan Tubuh (CMDQ)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4. Menilai Aplikasi (Kuesioner SUS)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5. Melihat Ringkasan Riset &amp; Rekomendasi Ergonomi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Langkah 1: Registrasi &amp; Masuk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Akses halaman utama aplikasi dan klik tombol 'Mulai Sekarang' atau 'Daftar'.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Pilih untuk mendaftar menggunakan Email/Password atau masuk menggunakan Akun Google.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Jika pertama kali mendaftar, Anda wajib membaca dan menyetujui Lembar Persetujuan Etik (Informed Consent).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Data Anda dijamin kerahasiaannya dan hanya digunakan untuk keperluan penelitian.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Beranda (Dashboard Responden)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Setelah berhasil masuk, Anda akan diarahkan ke halaman Beranda.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Beranda menampilkan status kemajuan (Progress) pengisian kuesioner Anda.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Terdapat indikator visual untuk langkah yang sudah 'Selesai' (warna hijau), dan yang 'Belum selesai'.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Klik tombol 'Langkah berikutnya' untuk melanjutkan tahap yang belum diselesaikan.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Langkah 2: Profil Pekerja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Pada tahap Profil, lengkapi data demografi Anda: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  - Usia, Jenis Kelamin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  - Tinggi &amp; Berat Badan (untuk menghitung Indeks Massa Tubuh / IMT)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  - Durasi penggunaan komputer per hari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Pastikan data diisi dengan benar sebelum disimpan. Data ini penting untuk analisis.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Langkah 3: Kuesioner CMDQ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Ini adalah inti penilaian aplikasi. Anda akan disajikan peta tubuh (body map).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Untuk masing-masing bagian tubuh (misal: leher, bahu, punggung, dll.), Anda perlu menjawab: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  1. Frekuensi: Seberapa sering merasa sakit/pegal?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  2. Keparahan: Seberapa tidak nyaman rasa sakit tersebut?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  3. Gangguan Kerja: Apakah rasa sakit tersebut mengganggu pekerjaan?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Kuesioner ini dilengkapi gambar indikator bagian tubuh agar mudah dipahami.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Langkah 4: Evaluasi SUS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Setelah menyelesaikan kuesioner tubuh, Anda diminta menilai aplikasi ErgoSelf.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Terdiri dari 10 pernyataan singkat mengenai pengalaman Anda menggunakan aplikasi.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Gunakan skala 1 (Sangat Tidak Setuju) hingga 5 (Sangat Setuju).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Penilaian ini membantu peneliti untuk mengetahui tingkat kemudahan (usability) sistem.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Langkah 5: Melihat Hasil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Setelah semua kuesioner selesai, Anda dapat mengakses menu 'Hasil' dan 'Ringkasan'.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Hasil akan menampilkan visualisasi tingkat risiko keluhan otot rangka pada tubuh Anda.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Sistem juga akan memberikan Rekomendasi Ergonomi berdasarkan profil dan hasil kuesioner.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Anda dapat melihat kembali ringkasan ini kapan saja melalui Beranda.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F6B52"/>
                </a:solidFill>
              </a:rPr>
              <a:t>Hak Partisipan (Withdrawal)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Sebagai bagian dari etika penelitian, partisipan berhak mundur kapan saja.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Terdapat tombol 'Berhenti berpartisipasi &amp; hapus data saya' di bagian paling bawah Beranda.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Menghapus akun bersifat permanen dan tidak dapat dikembalikan.</a:t>
            </a:r>
            <a:pPr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Anda akan diminta mengetik konfirmasi 'HAPUS DATA SAYA' untuk menghindari ketidaksengajaan.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F6B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TERIMA KASIH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1D5DB"/>
                </a:solidFill>
              </a:rPr>
              <a:t>Atas Partisipasi Anda dalam Penelitian ErgoSelf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2026-09-19T05:45:08Z</dcterms:created>
  <dcterms:modified xsi:type="dcterms:W3CDTF">2026-09-19T05:45:08Z</dcterms:modified>
</cp:coreProperties>
</file>